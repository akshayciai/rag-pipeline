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ciATHENA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Spine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Intelligence Agent for Pharma Life-Sciences Commercial Analytics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0.6 — Working Copy for Release 6  |  June 28,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ciATHENA?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RAG pipeline that answers pharma commercial analytics questions using governed YAML knowledge artifacts with LLM-powered routing, relevance grading, and grounded answer generation with citations.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77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Queries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gross-to-net?"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Concept-level explanations with citations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49040" y="2377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Queries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33832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MMM?"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methodology breakdowns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377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Queries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3832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should I move budget?"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playbook recommendations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Our own code controls embedding, metadata filtering, retrieval, routing, and 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LangGraph with conditional edges for intelligent bypasses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analyzes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routing catalog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intent, usecase,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types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51760" y="155448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54680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metadata pre-filter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3291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OR-merge,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846320" y="155448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filtering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intent boost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291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score-gap bypass,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(2/artifact)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040880" y="155448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780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43800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citations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3291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tokens,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intent-matched depth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edges: skip rerank when all chunks cosine ≥ 0.7  |  skip LLM when score gap ≥ 0.1  |  decline when out-of-domain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Intent-Aware Reranking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intent drives chunk type preferences for higher-quality answers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Chunk 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concept, methodology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is gross-to-net?"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how-to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methodology, process_flow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do I run a media mix model?"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playbook, process_flow, anomaly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"Where should I move my budget?"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concept, methodology, sttm_mapping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"MMM vs attribution models?"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84048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INTENT_BOOST (0.03) is added to the cosine score of chunks whose component_type matches the router's detected intent. Combined with chunk deduplication (max 2 per artifact), this ensures definition queries get concept chunks and advisory queries get playbook chunks.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Contract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knowledge artifact = envelope (identity + governance) + body (domain content)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artifact_id, title, content_version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usecase, layer, component_type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review_status (governance gate)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trigger_patterns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synonyms, disambiguation_triggers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1945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— definitions, what it is/is not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technical how-it-works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— actionable business guidance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process_flow — step-by-step workflows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anomaly, dq_rule, sttm_mapping...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rule: one item under an artifact's body list = exactly one chunk for embedding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Architecture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artifacts (versioned) + prompt templates + chat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cloud repository with audit trail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embeddings + chunk metadata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search for relevant chunks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text-embedding-3-large + GPT-4o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Embedding, routing, grading,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Filesystem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log + chat history (fallback)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Offline/local mode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840480"/>
            <a:ext cx="768096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 Layout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versions   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versions/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snapshots   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templates   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chat_history/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conversations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Rerank Bypass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rerank node entirely when all top-k chunks have cosine ≥ 0.7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Score-Gap Reranking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LLM call when gap between top-k and next chunk exceeds 0.1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LRU Cache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512-entry cache avoids redundant Azure embedding API calls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Routing Catalog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triggers, truncated covers to reduce prompt tokens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108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2900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2900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Generation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stream to UI in real time via Azure OpenAI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108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Status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labels shown during pipeline execution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Interface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Q&amp;A with streamed answers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citations [artifact_id::chunk_id]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status updates per pipeline stage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routing details + chunk inspection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with conversation history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chat history across page reloads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status (embedder, LLM, blob)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artifact upload + validation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re-ingest for full corpus refresh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prompt editing (router, rerank, generate)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log with version + hash details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queries for quick testing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&amp; Error Handling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Retry Logic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attempts with exponential backoff (2s, 5s, 10s) for transient Azure errors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blob = local mode. No Azure creds = offline with fake embedder/LLM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Fallback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PersistentClient locally; in-memory Client on Streamlit Cloud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971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Validation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YAML files skipped with warning instead of crashing the app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Auto-Strip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handles reasoning/o-series models that reject temperature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1605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Errors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outages show user-friendly messages instead of tracebacks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History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583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Intent-aware reranking, chunk deduplication, cleaner output, unified finalization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chat history, response time optimizations, progressive status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rerank, streaming generation, follow-up support, Q&amp;A cache, dataset_catalog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Storage, prompt management, smart re-ingestion, LLM retry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LLM-powered routing, metadata pre-filtering, grounded generation with citations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 parsing, chunking, embedding, ChromaDB store, basic retrieval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ciATHENA Knowledge Spine v0.6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ciathenasupport@customerinsights.ai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https://ciathena-knowledge-spine.streamlit.app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ciATHENA Knowledge Spine — Domain Intelligence Agent</dc:title>
  <dc:subject>PptxGenJS Presentation</dc:subject>
  <dc:creator>Customer Insights AI</dc:creator>
  <cp:lastModifiedBy>Customer Insights AI</cp:lastModifiedBy>
  <cp:revision>1</cp:revision>
  <dcterms:created xsi:type="dcterms:W3CDTF">2026-06-28T14:15:09Z</dcterms:created>
  <dcterms:modified xsi:type="dcterms:W3CDTF">2026-06-28T14:15:09Z</dcterms:modified>
</cp:coreProperties>
</file>